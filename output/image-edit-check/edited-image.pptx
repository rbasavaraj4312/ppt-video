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3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571885" y="1714500"/>
            <a:ext cx="3809904" cy="380999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